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tags/tag4.xml" ContentType="application/vnd.openxmlformats-officedocument.presentationml.tags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  <p:sldMasterId id="2147483686" r:id="rId4"/>
  </p:sldMasterIdLst>
  <p:notesMasterIdLst>
    <p:notesMasterId r:id="rId23"/>
  </p:notesMasterIdLst>
  <p:handoutMasterIdLst>
    <p:handoutMasterId r:id="rId24"/>
  </p:handoutMasterIdLst>
  <p:sldIdLst>
    <p:sldId id="257" r:id="rId5"/>
    <p:sldId id="293" r:id="rId6"/>
    <p:sldId id="281" r:id="rId7"/>
    <p:sldId id="312" r:id="rId8"/>
    <p:sldId id="371" r:id="rId9"/>
    <p:sldId id="289" r:id="rId10"/>
    <p:sldId id="288" r:id="rId11"/>
    <p:sldId id="290" r:id="rId12"/>
    <p:sldId id="291" r:id="rId13"/>
    <p:sldId id="292" r:id="rId14"/>
    <p:sldId id="372" r:id="rId15"/>
    <p:sldId id="373" r:id="rId16"/>
    <p:sldId id="374" r:id="rId17"/>
    <p:sldId id="375" r:id="rId18"/>
    <p:sldId id="309" r:id="rId19"/>
    <p:sldId id="310" r:id="rId20"/>
    <p:sldId id="338" r:id="rId21"/>
    <p:sldId id="31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9B4A9DD-DC24-482D-A59E-A2C3AD5E3795}">
          <p14:sldIdLst>
            <p14:sldId id="257"/>
          </p14:sldIdLst>
        </p14:section>
        <p14:section name="Untitled Section" id="{6DC5493C-A44C-4592-A7BB-7C7A3A3B0B1C}">
          <p14:sldIdLst>
            <p14:sldId id="293"/>
            <p14:sldId id="281"/>
            <p14:sldId id="312"/>
            <p14:sldId id="371"/>
            <p14:sldId id="289"/>
            <p14:sldId id="288"/>
            <p14:sldId id="290"/>
            <p14:sldId id="291"/>
            <p14:sldId id="292"/>
            <p14:sldId id="372"/>
            <p14:sldId id="373"/>
            <p14:sldId id="374"/>
            <p14:sldId id="375"/>
            <p14:sldId id="309"/>
          </p14:sldIdLst>
        </p14:section>
        <p14:section name="Untitled Section" id="{E6D4B3C2-0D25-46DC-B700-8EFCB2669310}">
          <p14:sldIdLst>
            <p14:sldId id="310"/>
            <p14:sldId id="338"/>
            <p14:sldId id="3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79" userDrawn="1">
          <p15:clr>
            <a:srgbClr val="A4A3A4"/>
          </p15:clr>
        </p15:guide>
        <p15:guide id="2" pos="23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8E01"/>
    <a:srgbClr val="585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28" autoAdjust="0"/>
    <p:restoredTop sz="88739" autoAdjust="0"/>
  </p:normalViewPr>
  <p:slideViewPr>
    <p:cSldViewPr showGuides="1">
      <p:cViewPr varScale="1">
        <p:scale>
          <a:sx n="82" d="100"/>
          <a:sy n="82" d="100"/>
        </p:scale>
        <p:origin x="629" y="72"/>
      </p:cViewPr>
      <p:guideLst>
        <p:guide orient="horz" pos="1079"/>
        <p:guide pos="23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>
                <a:latin typeface="Futura Cyrillic Book" panose="020B0502020204020303" charset="0"/>
              </a:rPr>
              <a:t>4/21/2026</a:t>
            </a:fld>
            <a:endParaRPr lang="en-US">
              <a:latin typeface="Futura Cyrillic Book" panose="020B0502020204020303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>
                <a:latin typeface="Futura Cyrillic Book" panose="020B0502020204020303" charset="0"/>
              </a:rPr>
              <a:t>‹#›</a:t>
            </a:fld>
            <a:endParaRPr lang="en-US">
              <a:latin typeface="Futura Cyrillic Book" panose="020B050202020402030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6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0ECD8AD1-49EC-45F2-A2FF-1FE3195688C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7782813F-5D25-4BB6-888C-4601F8575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06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ECE6-62EF-5765-FAD7-2AF9DB8CF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D13F5-9CDD-980F-4BCF-F464563AF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8D2099-3E1A-E5B5-467D-901C98527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59C65-40FF-1A81-C417-8CC64AB478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767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28855-3215-C9BC-9179-B5389D567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4CA5B-373E-B49F-8908-11E9F7FCE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B9F97-2566-8165-2908-A0446B73B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D1E0A-211F-92F9-6F28-D052F47200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1137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0EACB-59E2-28F7-F35C-6318619D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4976F-5701-6365-C756-8CC074EAD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26E41-E706-BD9A-949C-B1DB2B992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B9254A-3E26-CE8E-A155-7D8E4E9A27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527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6E58C-B9CD-55AE-2999-ADA9B2472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7F2330-392F-582C-ADB7-E1B03C5AB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3CF4E-F21A-ED98-77FE-6A7E2D9E7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8A0E5-983A-DB3E-B316-AE990751E6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243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16</a:t>
            </a:fld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18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36B80835-DEB3-4275-B379-2566D87801A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95999-A99C-46D6-BFDA-AEFA180EA74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7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7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7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7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7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5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ethers.org/" TargetMode="External"/><Relationship Id="rId2" Type="http://schemas.openxmlformats.org/officeDocument/2006/relationships/hyperlink" Target="https://polygon.technology/" TargetMode="Externa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3.png"/><Relationship Id="rId5" Type="http://schemas.openxmlformats.org/officeDocument/2006/relationships/hyperlink" Target="https://docs.soliditylang.org/" TargetMode="External"/><Relationship Id="rId4" Type="http://schemas.openxmlformats.org/officeDocument/2006/relationships/hyperlink" Target="https://metamask.io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2852393" y="1752350"/>
            <a:ext cx="7772400" cy="860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5000" lnSpcReduction="10000"/>
          </a:bodyPr>
          <a:lstStyle/>
          <a:p>
            <a:pPr lvl="0" algn="ctr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To-Do List</a:t>
            </a:r>
          </a:p>
          <a:p>
            <a:pPr lvl="0" algn="ctr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Blockchain-Based Task Management System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62220" y="121920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/>
              <a:t> Presentation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2590800"/>
            <a:ext cx="1417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Presented by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610497"/>
              </p:ext>
            </p:extLst>
          </p:nvPr>
        </p:nvGraphicFramePr>
        <p:xfrm>
          <a:off x="2670464" y="3276677"/>
          <a:ext cx="813690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6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726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6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haithra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1AY23CS059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/>
          <p:nvPr/>
        </p:nvSpPr>
        <p:spPr>
          <a:xfrm>
            <a:off x="2971800" y="228600"/>
            <a:ext cx="7620000" cy="914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Acharya Institute of Technology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sz="1600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Soladevanahalli,</a:t>
            </a:r>
            <a:r>
              <a:rPr lang="en-IN" sz="1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Bengaluru 560 107</a:t>
            </a:r>
            <a:endParaRPr kumimoji="0" lang="en-IN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646413" y="152400"/>
            <a:ext cx="8686800" cy="1143000"/>
          </a:xfrm>
        </p:spPr>
        <p:txBody>
          <a:bodyPr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46680" y="1240574"/>
            <a:ext cx="8534400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to-do list applications rely on centralized systems, which can lead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manipulation, security risks, and lack of user control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technology enables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decentralized, transparent, and tamper-proof data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To-Do 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uses smart contracts to securely store and manage tasks on the blockchain.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ownership, data integrity, and trustless task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wallet-based authentication.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8839200" cy="114300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659413" y="1235311"/>
            <a:ext cx="8237855" cy="518604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task management applications rely on centralized storage systems, which makes user data vulnerable to unauthorized changes, loss, or manipulation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is a need for a decentralized system that ensures secure, transparent, and tamper-resistant task management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decentralized task management system using blockchain technology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wallet-based authentication for user identity and data ownership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efficient task operations such as adding, updating, deleting, and tracking completion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513330" y="381000"/>
            <a:ext cx="8915400" cy="1143000"/>
          </a:xfrm>
        </p:spPr>
        <p:txBody>
          <a:bodyPr>
            <a:normAutofit/>
          </a:bodyPr>
          <a:lstStyle/>
          <a:p>
            <a:pPr algn="ctr"/>
            <a:r>
              <a:rPr lang="en-IN" sz="311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OF PROPOSED METHODOLOGY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667000" y="1666240"/>
            <a:ext cx="8790873" cy="4860290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AutoShape 2" descr="Blockchain voting system process infographi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Blockchain voting system process infographi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6" descr="Blockchain voting system process infographi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8" descr="Blockchain voting system process infographic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10" descr="Blockchain voting system process infographic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AutoShape 12" descr="Blockchain voting system process infographic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AutoShape 14" descr="Blockchain voting system process infographic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D53E3ED-0B55-59FF-1D60-25BD998BE7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8" b="23271"/>
          <a:stretch>
            <a:fillRect/>
          </a:stretch>
        </p:blipFill>
        <p:spPr>
          <a:xfrm>
            <a:off x="3581400" y="1678681"/>
            <a:ext cx="7270365" cy="41887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667000" y="1666240"/>
            <a:ext cx="8790873" cy="4860290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AutoShape 2" descr="Blockchain voting system process infographi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Blockchain voting system process infographi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6" descr="Blockchain voting system process infographi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8" descr="Blockchain voting system process infographic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10" descr="Blockchain voting system process infographic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AutoShape 12" descr="Blockchain voting system process infographic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AutoShape 14" descr="Blockchain voting system process infographic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2590800" y="465137"/>
            <a:ext cx="88391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IN" sz="2800" dirty="0"/>
          </a:p>
        </p:txBody>
      </p:sp>
      <p:sp>
        <p:nvSpPr>
          <p:cNvPr id="7" name="Rectangle 6"/>
          <p:cNvSpPr/>
          <p:nvPr/>
        </p:nvSpPr>
        <p:spPr>
          <a:xfrm>
            <a:off x="2590800" y="1219200"/>
            <a:ext cx="86868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Access &amp; Interaction: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access the system through a web browser and interact with the decentralized web application interface to manage their tasks.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Wallet Connection &amp; Authentication: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connect their wallet using MetaMask, which verifies their identity and ensures secure access to the system.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Creation &amp; Management: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can create, update, delete, and view tasks through the web interface, enabling efficient task management.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Processing: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task operation is treated as a transaction and sent to the blockchain network for processing.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 Execution: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Smart contracts handle all task-related operations such as creation, updating, deletion, and status tracking securely.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Validation: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blockchain network validates each transaction and ensures it is securely recorded in an immutable manner.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392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512695" y="0"/>
            <a:ext cx="8915400" cy="114300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Specification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667078" y="1123315"/>
            <a:ext cx="8790873" cy="541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2010136"/>
              </p:ext>
            </p:extLst>
          </p:nvPr>
        </p:nvGraphicFramePr>
        <p:xfrm>
          <a:off x="2593340" y="1687195"/>
          <a:ext cx="8749665" cy="4493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3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7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233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Non-Functional Requirement 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6160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&amp; Response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ensure the system processes task operations quickly and provides real-time updates without delay.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provide a clear and verifiable system where all task operations are recorded on blockchain and can be trusted by users.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3665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Security &amp;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protect task data using blockchain technology, preventing unauthorized access, modification, or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deletion.To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ensure that once a task is recorded, it remains immutable and tamper-proof.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514600" y="95278"/>
            <a:ext cx="8915400" cy="114300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Specification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616695" y="1143000"/>
            <a:ext cx="8765691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5617536"/>
              </p:ext>
            </p:extLst>
          </p:nvPr>
        </p:nvGraphicFramePr>
        <p:xfrm>
          <a:off x="2667000" y="1752600"/>
          <a:ext cx="8744585" cy="4800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1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422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 Requirement 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0779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Authentication (Wallet-Based Login)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allow users to securely access the system using MetaMask wallet authentication.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Creation &amp;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enable users to create tasks and store them securely on the blockchain.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Management (Update &amp; Delete)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allow users to update or delete tasks as needed.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Status &amp; 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allow users to mark tasks as completed/pending and view tasks from the blockchain.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559685" y="173990"/>
            <a:ext cx="8790940" cy="60261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9995889"/>
              </p:ext>
            </p:extLst>
          </p:nvPr>
        </p:nvGraphicFramePr>
        <p:xfrm>
          <a:off x="2590800" y="913130"/>
          <a:ext cx="8774430" cy="5614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1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0870">
                <a:tc rowSpan="2"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Requirement detail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31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Tool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class</a:t>
                      </a:r>
                    </a:p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(frame work/ programming language/ database/front end technology or other tools)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  <a:p>
                      <a:pPr algn="ctr"/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Studio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Editor / Development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developing frontend interface and writing smart contract code.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Node.js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Runtime Environment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run the application and manage blockchain interaction.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Solidity &amp; Remix IDE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Programming Language &amp; Development Tool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write, compile, and deploy smart contracts for task management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6785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MetaMask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Ethers.js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Wallet &amp;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Interaction Library</a:t>
                      </a: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wallet authentication and interaction between web app and blockchain.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526030" y="248920"/>
            <a:ext cx="8839200" cy="62464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US" sz="16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0370072"/>
              </p:ext>
            </p:extLst>
          </p:nvPr>
        </p:nvGraphicFramePr>
        <p:xfrm>
          <a:off x="2591435" y="1066800"/>
          <a:ext cx="8779510" cy="5039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8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8320"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Requirement details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9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device Name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device specification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  <a:p>
                      <a:pPr algn="ctr"/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1110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Laptop / Desktop 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 i5 or higher, 8 GB RAM, 256 GB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developing the web application, writing smart contracts, and testing the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1745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Internet 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10–20 Mbps broadband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for interacting with blockchain network, MetaMask transactions, and real-time task updates.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8705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Node / Network Access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nb-NO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Polygon Amoy Testnet (via MetaMask)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deploy, run, and interact with smart contracts on the blockchain network.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590800" y="76200"/>
            <a:ext cx="8839200" cy="114300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of Project Modules Identified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590800" y="1422200"/>
            <a:ext cx="8766137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0553206"/>
              </p:ext>
            </p:extLst>
          </p:nvPr>
        </p:nvGraphicFramePr>
        <p:xfrm>
          <a:off x="2667000" y="1171069"/>
          <a:ext cx="8686165" cy="5284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8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5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2531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Module Number</a:t>
                      </a:r>
                      <a:r>
                        <a:rPr lang="en-US" alt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Module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 Requirement 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Objective Achieved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246">
                <a:tc>
                  <a:txBody>
                    <a:bodyPr/>
                    <a:lstStyle/>
                    <a:p>
                      <a:pPr algn="ctr"/>
                      <a:r>
                        <a:rPr lang="en-US" alt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Interface Module</a:t>
                      </a:r>
                      <a:endParaRPr lang="en-US" alt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Connect wallet (MetaMask)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Add tasks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Update/Delete tasks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View tasks</a:t>
                      </a:r>
                      <a:endParaRPr lang="en-US" alt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Provide easy and interactive user experience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Enable efficient task management</a:t>
                      </a:r>
                      <a:endParaRPr lang="en-US" alt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6961">
                <a:tc>
                  <a:txBody>
                    <a:bodyPr/>
                    <a:lstStyle/>
                    <a:p>
                      <a:pPr algn="ctr"/>
                      <a:r>
                        <a:rPr lang="en-US" alt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Management Module</a:t>
                      </a:r>
                      <a:endParaRPr lang="en-US" alt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Create task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Update task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Delete task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Mark task as completed</a:t>
                      </a:r>
                      <a:endParaRPr lang="en-US" alt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Manage tasks effectively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Track task progress accurately</a:t>
                      </a:r>
                      <a:endParaRPr lang="en-US" alt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9096">
                <a:tc>
                  <a:txBody>
                    <a:bodyPr/>
                    <a:lstStyle/>
                    <a:p>
                      <a:pPr algn="ctr"/>
                      <a:r>
                        <a:rPr lang="en-US" alt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Module</a:t>
                      </a:r>
                      <a:endParaRPr lang="en-US" alt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Store tasks on blockchain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Execute smart contract functions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Record transactions</a:t>
                      </a:r>
                      <a:endParaRPr lang="en-US" alt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Ensure data security and immutability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Provide transparent and tamper-proof system</a:t>
                      </a:r>
                      <a:endParaRPr lang="en-US" alt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64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Retrieval &amp; Display Module</a:t>
                      </a:r>
                      <a:endParaRPr lang="en-US" alt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Fetch tasks from blockchain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Display real-time task data</a:t>
                      </a:r>
                      <a:endParaRPr lang="en-US" alt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Provide updated task information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Improve usability and user trust</a:t>
                      </a:r>
                      <a:endParaRPr lang="en-US" alt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05B2E-2224-CC30-EB3F-1C2B210A0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A3590EB5-E677-5499-3CA0-B23E42F2FFAC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B22CD81C-C174-C90A-A6C2-D13954894885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EA8C0359-D698-03CD-471C-9E6741E8F04E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4FDE570F-33AD-22D0-85F5-3CA93C618177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E297DFEF-2D02-DD41-D0DB-30D08C90AE15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F76E2481-718A-FA4B-7BB8-8D0957E46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505453B-D9D1-B01A-3708-C2DE614E3F40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2B88A19-636A-6DDA-5282-F8A760FD2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76200"/>
            <a:ext cx="8839200" cy="11430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ROJECT TESTING SCREENSHOT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D317262-A586-EC55-5ECE-653FB827F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1422200"/>
            <a:ext cx="8766137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7907C4-E73C-176B-6E97-1119D14D67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59"/>
          <a:stretch>
            <a:fillRect/>
          </a:stretch>
        </p:blipFill>
        <p:spPr>
          <a:xfrm>
            <a:off x="2883666" y="1295400"/>
            <a:ext cx="8281262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123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98C44-7AF6-651F-23F9-1D9D51E27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EA146ACD-437B-45A7-5F31-51B3479B9F0B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6A501A59-F4EB-47E0-4EF4-919006259AB3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483EBD0B-A974-8016-7321-CE2E07CBF9ED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15C645D1-1903-A766-DF8D-50759FAD9D48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75FBEFA4-69F8-C206-6738-6CC01F3FBCE0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063DFA12-375C-C873-1AD2-F739DDE0E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C7D91C8-89B8-1C66-7BA6-CB3E9025DE6B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A62FF76-A699-BCC1-0B75-33AD858F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76200"/>
            <a:ext cx="8839200" cy="11430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ROJECT TESTING SCREENSHOT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3B7755-63DF-E014-2A4E-89444043C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1422200"/>
            <a:ext cx="8766137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6A9247-C3D6-ED20-FB1F-2DAEA899A1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311" y="1422200"/>
            <a:ext cx="8444177" cy="475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247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08DA8-19AC-84D2-7D30-6FCA6B2E3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9B93A41D-AD41-48AF-4DB0-16ACB6E886F9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53244133-6658-45BB-29B7-8D3376640285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1F9BEF5E-1534-8B80-DD55-952FAF3B6031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F16BE33A-4669-E2C1-481A-5E10FC34E883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A6C85AA1-8C0D-074B-2249-C55248232D36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350E0213-88B2-EDF3-6C7D-FBE0C78BE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C88C5C5-7BD9-B8B1-C63F-C96C4B5FE58D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14CE341-D17C-A0C4-5EA2-BF568D27D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76200"/>
            <a:ext cx="8839200" cy="11430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ROJECT TESTING SCREENSHOT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C4A300A-0ACA-F1CA-C15D-5ACFC05D9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1422200"/>
            <a:ext cx="8766137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BCBC7A-059B-7330-D03E-A03FAA143D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526" y="1295400"/>
            <a:ext cx="8723280" cy="481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449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0657D-2EF0-38E2-D78E-E60EA9D5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E06379D3-63CF-DBA1-0F76-B9E09D086777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EA99AFEC-0B57-02B0-7C25-057A72A75BEF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2009285C-664C-231E-845D-1E145949E937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CD95B586-8E37-6AA8-08EA-758405E91A46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549B56EF-21C5-1E9E-B916-DF0676E3E262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3B5CE2EE-C024-0E3C-A270-46943129D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668D97F-D83C-DA8D-DA81-466E56CC9F3F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9928B9D-35A2-1873-CEE1-2B0FA6C4A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76200"/>
            <a:ext cx="8839200" cy="11430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ROJECT TESTING SCREENSHOT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9876A8E-A3BA-E40E-6594-0B8E7BCA2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1422200"/>
            <a:ext cx="8766137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A6BB17-540D-E21A-526A-A8A2D36EB6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428" y="1237860"/>
            <a:ext cx="8392079" cy="528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870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8839200" cy="114300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DISCUSSIONS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590800" y="1117399"/>
            <a:ext cx="8766137" cy="579120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endParaRPr lang="en-US" alt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enabled secure and transparent task management using blockchain.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task operation was recorded as an immutable transaction, preventing unauthorized modification.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ensured user-controlled data access through wallet authentication, enhancing security.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operations such as creation, update, and deletion were performed efficiently and accurately.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were fetched and displayed in real-time, providing a smooth user experience.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DISCUSSIONS: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technology improved security, transparency, and reliability in task management.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decentralized system removed dependency on a central authority or server.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 ensured automation and consistency in task operations.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demonstrates strong potential for secure decentralized applications in real-world use cases.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40000"/>
              </a:lnSpc>
              <a:buNone/>
            </a:pPr>
            <a:endParaRPr lang="en-US" alt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8839200" cy="114300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590800" y="914401"/>
            <a:ext cx="8458200" cy="4419600"/>
          </a:xfrm>
        </p:spPr>
        <p:txBody>
          <a:bodyPr>
            <a:normAutofit/>
          </a:bodyPr>
          <a:lstStyle/>
          <a:p>
            <a:pPr marL="0" indent="0">
              <a:lnSpc>
                <a:spcPct val="0"/>
              </a:lnSpc>
              <a:buNone/>
            </a:pPr>
            <a:endParaRPr lang="en-US" alt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0"/>
              </a:lnSpc>
              <a:buNone/>
            </a:pPr>
            <a:endParaRPr lang="en-US" alt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0"/>
              </a:lnSpc>
              <a:buNone/>
            </a:pPr>
            <a:endParaRPr lang="en-US" alt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GB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 :</a:t>
            </a:r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Blockchain-Based To-Do System provides a secure, transparent, and tamper-proof task management platform.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 automate task operations, reducing manual effort and errors.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task updates improve efficiency and provide a smooth user experience.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increases trust, security, and data integrity in task management.</a:t>
            </a:r>
          </a:p>
          <a:p>
            <a:pPr>
              <a:lnSpc>
                <a:spcPct val="10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advanced authentication methods for enhanced security and user verification.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on public blockchain networks for large-scale real-world usage.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mobile-friendly or progressive web application for better accessibility.</a:t>
            </a:r>
          </a:p>
          <a:p>
            <a:pPr marL="0" indent="0">
              <a:lnSpc>
                <a:spcPct val="10000"/>
              </a:lnSpc>
              <a:buNone/>
            </a:pPr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8420" y="1295400"/>
            <a:ext cx="8630285" cy="4114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Nakamoto, S. (2008),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Bitcoin: A Peer-to-Peer Electronic Cash System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Buterin, V. (2014),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 Whitepaper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Polygon Technology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https://polygon.technology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Ethers.js Documentation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https://docs.ethers.org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MetaMask Documentation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https://metamask.io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Solidity Documentation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https://docs.soliditylang.org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="1" baseline="-25000"/>
          </a:p>
        </p:txBody>
      </p:sp>
      <p:grpSp>
        <p:nvGrpSpPr>
          <p:cNvPr id="4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8915399" cy="1143000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743199" y="381000"/>
            <a:ext cx="8443337" cy="6172199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2" name="Picture 1" descr="Black thank you Images - Free Download on Freepi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900" y="52705"/>
            <a:ext cx="8994140" cy="67830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69*391"/>
  <p:tag name="TABLE_ENDDRAG_RECT" val="224*126*669*39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8*335"/>
  <p:tag name="TABLE_ENDDRAG_RECT" val="208*123*688*33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90*439"/>
  <p:tag name="TABLE_ENDDRAG_RECT" val="204*71*690*43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91*401"/>
  <p:tag name="TABLE_ENDDRAG_RECT" val="204*84*691*40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3*370"/>
  <p:tag name="TABLE_ENDDRAG_RECT" val="203*131*683*370"/>
</p:tagLst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1301</Words>
  <Application>Microsoft Office PowerPoint</Application>
  <PresentationFormat>Widescreen</PresentationFormat>
  <Paragraphs>276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Calibri Light</vt:lpstr>
      <vt:lpstr>Futura Cyrillic Book</vt:lpstr>
      <vt:lpstr>Times New Roman</vt:lpstr>
      <vt:lpstr>1_Custom Design</vt:lpstr>
      <vt:lpstr>Custom Design</vt:lpstr>
      <vt:lpstr>2_Custom Design</vt:lpstr>
      <vt:lpstr>3_Custom Design</vt:lpstr>
      <vt:lpstr>PowerPoint Presentation</vt:lpstr>
      <vt:lpstr>INTRODUCTION</vt:lpstr>
      <vt:lpstr>PROBLEM STATEMENT </vt:lpstr>
      <vt:lpstr>BLOCK DIAGRAM OF PROPOSED METHODOLOGY</vt:lpstr>
      <vt:lpstr>PowerPoint Presentation</vt:lpstr>
      <vt:lpstr>Requirement Specification</vt:lpstr>
      <vt:lpstr>Requirement Specification</vt:lpstr>
      <vt:lpstr>PowerPoint Presentation</vt:lpstr>
      <vt:lpstr>PowerPoint Presentation</vt:lpstr>
      <vt:lpstr>Details of Project Modules Identified</vt:lpstr>
      <vt:lpstr>PROJECT TESTING SCREENSHOT</vt:lpstr>
      <vt:lpstr>PROJECT TESTING SCREENSHOT</vt:lpstr>
      <vt:lpstr>PROJECT TESTING SCREENSHOT</vt:lpstr>
      <vt:lpstr>PROJECT TESTING SCREENSHOT</vt:lpstr>
      <vt:lpstr>RESULTS &amp; DISCUSSIONS</vt:lpstr>
      <vt:lpstr>CONCLUSION &amp; 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Principal aip</dc:creator>
  <cp:lastModifiedBy>Shridhar J</cp:lastModifiedBy>
  <cp:revision>300</cp:revision>
  <dcterms:created xsi:type="dcterms:W3CDTF">2021-09-07T04:22:00Z</dcterms:created>
  <dcterms:modified xsi:type="dcterms:W3CDTF">2026-04-21T10:47:55Z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A0AB185E6B7140FFA375D185978C6EDA_13</vt:lpwstr>
  </property>
  <property fmtid="{D5CDD505-2E9C-101B-9397-08002B2CF9AE}" pid="3" name="KSOProductBuildVer">
    <vt:lpwstr>2057-12.2.0.23149</vt:lpwstr>
  </property>
</Properties>
</file>